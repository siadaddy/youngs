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0"/>
            <a:ext cx="54864" cy="51435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320040"/>
            <a:ext cx="1371600" cy="1371600"/>
          </a:xfrm>
          <a:prstGeom prst="ellipse">
            <a:avLst/>
          </a:prstGeom>
          <a:solidFill>
            <a:srgbClr val="1C69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685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D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CENTER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월간 지점장 회의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5029200" cy="4572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331720"/>
            <a:ext cx="347472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317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지점명 입력 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0" y="2331720"/>
            <a:ext cx="2560320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3317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날짜 입력 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작성자: _______________   확인: _______________   승인: _______________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4114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D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E18"/>
          </a:solidFill>
          <a:ln w="12700">
            <a:solidFill>
              <a:srgbClr val="0A0E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이달의 핵심 KPI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기준: 당월 1일 ~ 말일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868680"/>
            <a:ext cx="2057400" cy="40233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4828032"/>
            <a:ext cx="2057400" cy="64008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69848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입고 대수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" y="152704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6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284</a:t>
            </a:r>
            <a:pPr indent="0" marL="0">
              <a:buNone/>
            </a:pPr>
            <a:r>
              <a:rPr lang="en-US" sz="1800" b="1" dirty="0">
                <a:solidFill>
                  <a:srgbClr val="1C6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320대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53512"/>
            <a:ext cx="1728216" cy="1097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53512"/>
            <a:ext cx="1503548" cy="109728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91840"/>
            <a:ext cx="1728216" cy="411480"/>
          </a:xfrm>
          <a:prstGeom prst="rect">
            <a:avLst/>
          </a:prstGeom>
          <a:solidFill>
            <a:srgbClr val="0D2E1F"/>
          </a:solidFill>
          <a:ln w="12700">
            <a:solidFill>
              <a:srgbClr val="0D2E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9184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전월 대비 +8%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실적 입력: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178808"/>
            <a:ext cx="1728216" cy="411480"/>
          </a:xfrm>
          <a:prstGeom prst="rect">
            <a:avLst/>
          </a:prstGeom>
          <a:solidFill>
            <a:srgbClr val="0A0E18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868680"/>
            <a:ext cx="2057400" cy="40233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4828032"/>
            <a:ext cx="20574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1069848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매출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78608" y="152704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억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2633472" y="251460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4.8억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33472" y="2953512"/>
            <a:ext cx="1728216" cy="1097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33472" y="2953512"/>
            <a:ext cx="150354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3291840"/>
            <a:ext cx="1728216" cy="411480"/>
          </a:xfrm>
          <a:prstGeom prst="rect">
            <a:avLst/>
          </a:prstGeom>
          <a:solidFill>
            <a:srgbClr val="0D2E1F"/>
          </a:solidFill>
          <a:ln w="12700">
            <a:solidFill>
              <a:srgbClr val="0D2E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329184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전월 대비 +12%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33472" y="3931920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실적 입력: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33472" y="4178808"/>
            <a:ext cx="1728216" cy="411480"/>
          </a:xfrm>
          <a:prstGeom prst="rect">
            <a:avLst/>
          </a:prstGeom>
          <a:solidFill>
            <a:srgbClr val="0A0E18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868680"/>
            <a:ext cx="2057400" cy="40233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4828032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1069848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고객만족도 CSI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152704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92.4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점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4901184" y="251460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90점+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01184" y="2953512"/>
            <a:ext cx="1728216" cy="1097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2953512"/>
            <a:ext cx="150354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3291840"/>
            <a:ext cx="1728216" cy="411480"/>
          </a:xfrm>
          <a:prstGeom prst="rect">
            <a:avLst/>
          </a:prstGeom>
          <a:solidFill>
            <a:srgbClr val="0D2E1F"/>
          </a:solidFill>
          <a:ln w="12700">
            <a:solidFill>
              <a:srgbClr val="0D2E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29184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전월 대비 목표초과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01184" y="3931920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실적 입력: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01184" y="4178808"/>
            <a:ext cx="1728216" cy="411480"/>
          </a:xfrm>
          <a:prstGeom prst="rect">
            <a:avLst/>
          </a:prstGeom>
          <a:solidFill>
            <a:srgbClr val="0A0E18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4304" y="868680"/>
            <a:ext cx="2057400" cy="40233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04304" y="4828032"/>
            <a:ext cx="20574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68896" y="1069848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매출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14032" y="1527048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</a:t>
            </a:r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억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7168896" y="251460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1.3억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68896" y="2953512"/>
            <a:ext cx="1728216" cy="1097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68896" y="2953512"/>
            <a:ext cx="1503548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68896" y="3291840"/>
            <a:ext cx="1728216" cy="411480"/>
          </a:xfrm>
          <a:prstGeom prst="rect">
            <a:avLst/>
          </a:prstGeom>
          <a:solidFill>
            <a:srgbClr val="2E0D0D"/>
          </a:solidFill>
          <a:ln w="12700">
            <a:solidFill>
              <a:srgbClr val="2E0D0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68896" y="329184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전월 대비 -3%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68896" y="3931920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실적 입력: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68896" y="4178808"/>
            <a:ext cx="1728216" cy="411480"/>
          </a:xfrm>
          <a:prstGeom prst="rect">
            <a:avLst/>
          </a:prstGeom>
          <a:solidFill>
            <a:srgbClr val="0A0E18"/>
          </a:solidFill>
          <a:ln w="12700">
            <a:solidFill>
              <a:srgbClr val="1E2D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E18"/>
          </a:solidFill>
          <a:ln w="12700">
            <a:solidFill>
              <a:srgbClr val="0A0E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실적 상세 비교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475488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8229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8229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8229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8229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달성률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8229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전월 대비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298448"/>
            <a:ext cx="8229600" cy="475488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2984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대수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29844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129844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29844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29844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129844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+8%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773936"/>
            <a:ext cx="8229600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773936"/>
            <a:ext cx="82296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7739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매출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177393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177393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77393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177393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17739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249424"/>
            <a:ext cx="8229600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249424"/>
            <a:ext cx="8229600" cy="475488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2494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고객만족도 CSI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22494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22494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2494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22494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224942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+2.3p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2724912"/>
            <a:ext cx="8229600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724912"/>
            <a:ext cx="82296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7249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매출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68880" y="2724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0" y="2724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1.1억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724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1.3억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35040" y="2724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0" y="272491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-3%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3200400"/>
            <a:ext cx="8229600" cy="475488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200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468880" y="32004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0" y="32004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32004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35040" y="32004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2004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+7%p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3675888"/>
            <a:ext cx="8229600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3675888"/>
            <a:ext cx="82296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675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수리기간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468880" y="3675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2.8일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57600" y="3675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2.4일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46320" y="3675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2.5일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035040" y="3675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달성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23760" y="36758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개선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4151376"/>
            <a:ext cx="8229600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4151376"/>
            <a:ext cx="8229600" cy="475488"/>
          </a:xfrm>
          <a:prstGeom prst="rect">
            <a:avLst/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1513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1인당 생산성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468880" y="41513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0" y="41513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846320" y="41513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035040" y="41513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223760" y="415137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입력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" y="4626864"/>
            <a:ext cx="8229600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초과달성(100%+)   ■ 부분달성(85-99%)   ■ 미달(85% 미만)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E18"/>
          </a:solidFill>
          <a:ln w="12700">
            <a:solidFill>
              <a:srgbClr val="0A0E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안건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소요시간: 90분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74980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640080" cy="749808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8961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전월 실적 검토 및 피드백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2435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달성 현황 공유 · 미달 항목 원인 분석 · 담당자 코멘트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49440" y="1005840"/>
            <a:ext cx="1691640" cy="402336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0058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– 10:20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64208"/>
            <a:ext cx="8595360" cy="74980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64208"/>
            <a:ext cx="640080" cy="749808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6420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171907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매출 부진 원인 분석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0665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현황 점검 · 수요 예측 검토 · 개선 방안 논의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9440" y="1828800"/>
            <a:ext cx="1691640" cy="402336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8288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10:20 – 10:40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487168"/>
            <a:ext cx="8595360" cy="74980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487168"/>
            <a:ext cx="640080" cy="749808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48716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25420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컴플레인 케이스 리뷰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28895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이달 VOC 주요 사례 공유 · 재발 방지 대책 수립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49440" y="2651760"/>
            <a:ext cx="1691640" cy="402336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26517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10:40 – 11:00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310128"/>
            <a:ext cx="8595360" cy="74980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310128"/>
            <a:ext cx="640080" cy="749808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31012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33649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다음달 목표 및 캠페인 계획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7124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5월 시즌점검 캠페인 · 인력 운영 · 예산 계획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49440" y="3474720"/>
            <a:ext cx="1691640" cy="402336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4747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– 11:20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133088"/>
            <a:ext cx="8595360" cy="74980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133088"/>
            <a:ext cx="640080" cy="749808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13308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51560" y="41879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안건 및 Q&amp;A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" y="45354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건의사항 · 본사 전달사항 · 기타 공유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49440" y="4297680"/>
            <a:ext cx="1691640" cy="402336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42976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11:20 – 11:30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E18"/>
          </a:solidFill>
          <a:ln w="12700">
            <a:solidFill>
              <a:srgbClr val="0A0E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액션 아이템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402336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D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804672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D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액션 내용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02352" y="8046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D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73952" y="8046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D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45552" y="8046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D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8595360" cy="47548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316736"/>
            <a:ext cx="256032" cy="256032"/>
          </a:xfrm>
          <a:prstGeom prst="rect">
            <a:avLst/>
          </a:prstGeom>
          <a:solidFill>
            <a:srgbClr val="0D2E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20700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응대 매뉴얼 업데이트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1207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207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80960" y="1207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755648"/>
            <a:ext cx="859536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865376"/>
            <a:ext cx="256032" cy="256032"/>
          </a:xfrm>
          <a:prstGeom prst="rect">
            <a:avLst/>
          </a:prstGeom>
          <a:solidFill>
            <a:srgbClr val="0D2E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175564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전월 VOC 결과 분석 보고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17556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17556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0" y="17556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304288"/>
            <a:ext cx="8595360" cy="47548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2414016"/>
            <a:ext cx="256032" cy="256032"/>
          </a:xfrm>
          <a:prstGeom prst="rect">
            <a:avLst/>
          </a:prstGeom>
          <a:solidFill>
            <a:srgbClr val="1E2D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230428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재고 최적화 방안 제출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3042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3042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5/2(금)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23042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최우선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852928"/>
            <a:ext cx="859536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2962656"/>
            <a:ext cx="256032" cy="256032"/>
          </a:xfrm>
          <a:prstGeom prst="rect">
            <a:avLst/>
          </a:prstGeom>
          <a:solidFill>
            <a:srgbClr val="1E2D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28529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SA 교육 일정 확정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5/9(금)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28529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401568"/>
            <a:ext cx="8595360" cy="47548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511296"/>
            <a:ext cx="256032" cy="256032"/>
          </a:xfrm>
          <a:prstGeom prst="rect">
            <a:avLst/>
          </a:prstGeom>
          <a:solidFill>
            <a:srgbClr val="1E2D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340156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5월 시즌점검 프로모션 기획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34015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34015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5/16(금)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34015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3950208"/>
            <a:ext cx="859536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4059936"/>
            <a:ext cx="256032" cy="256032"/>
          </a:xfrm>
          <a:prstGeom prst="rect">
            <a:avLst/>
          </a:prstGeom>
          <a:solidFill>
            <a:srgbClr val="1E2D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395020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본사 품질 감사 사전 점검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74920" y="39502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지점장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39502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5/20(수)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80960" y="39502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498848"/>
            <a:ext cx="8595360" cy="475488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048" y="4608576"/>
            <a:ext cx="256032" cy="25603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449884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안건 입력란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74920" y="44988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9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4988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680960" y="44988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E18"/>
          </a:solidFill>
          <a:ln w="12700">
            <a:solidFill>
              <a:srgbClr val="0A0E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다음달 목표 및 특이사항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14800" cy="38404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D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다음달 목표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3167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입고 대수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3167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340대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3886200" cy="1097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27632"/>
            <a:ext cx="3886200" cy="109728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11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매출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5.0억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322576"/>
            <a:ext cx="3886200" cy="1097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322576"/>
            <a:ext cx="38862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7066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점수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7066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92점 이상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3886200" cy="1097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017520"/>
            <a:ext cx="3886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401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매출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34015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712464"/>
            <a:ext cx="3886200" cy="1097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712464"/>
            <a:ext cx="38862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096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재방문율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40965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D9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407408"/>
            <a:ext cx="3886200" cy="1097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4407408"/>
            <a:ext cx="3886200" cy="109728"/>
          </a:xfrm>
          <a:prstGeom prst="rect">
            <a:avLst/>
          </a:prstGeom>
          <a:solidFill>
            <a:srgbClr val="4D90F0"/>
          </a:solidFill>
          <a:ln w="12700">
            <a:solidFill>
              <a:srgbClr val="4D90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841248"/>
            <a:ext cx="4114800" cy="38404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8412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D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특이사항 · 메모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298448"/>
            <a:ext cx="4114800" cy="3566160"/>
          </a:xfrm>
          <a:prstGeom prst="rect">
            <a:avLst/>
          </a:prstGeom>
          <a:solidFill>
            <a:srgbClr val="141C2E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417320"/>
            <a:ext cx="3840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5월 에어컨 점검 시즌 사전 예약 캠페인 준비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신규 SA 2명 온보딩 예정 (5월 2주차)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본사 품질 감사 일정 확인 필요 (5월 중)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주차 공간 포화 문제 → 탁송 서비스 확대 검토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추가 메모 입력란 ]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회의: ______년 ______월 ______일 (    ) ______:______ / 장소: ____________________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BMW 서비스센터 월간 지점장 회의</dc:title>
  <dc:subject>PptxGenJS Presentation</dc:subject>
  <dc:creator>시아 아빠</dc:creator>
  <cp:lastModifiedBy>시아 아빠</cp:lastModifiedBy>
  <cp:revision>1</cp:revision>
  <dcterms:created xsi:type="dcterms:W3CDTF">2026-04-21T12:08:45Z</dcterms:created>
  <dcterms:modified xsi:type="dcterms:W3CDTF">2026-04-21T12:08:45Z</dcterms:modified>
</cp:coreProperties>
</file>